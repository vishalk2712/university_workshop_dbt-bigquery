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A3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62A38"/>
                </a:solidFill>
                <a:latin typeface="Arial"/>
              </a:rPr>
              <a:t>Supply cost per product type ($, per item sold)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Perishable cost</c:v>
                </c:pt>
              </c:strCache>
            </c:strRef>
          </c:tx>
          <c:spPr>
            <a:solidFill>
              <a:srgbClr val="FF694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Jaffles</c:v>
                  </c:pt>
                  <c:pt idx="1">
                    <c:v>Beverages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459.15</c:v>
                </c:pt>
                <c:pt idx="1">
                  <c:v>649.39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Non-perishable cost</c:v>
                </c:pt>
              </c:strCache>
            </c:strRef>
          </c:tx>
          <c:spPr>
            <a:solidFill>
              <a:srgbClr val="D8D3C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Jaffles</c:v>
                  </c:pt>
                  <c:pt idx="1">
                    <c:v>Beverages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55.68</c:v>
                </c:pt>
                <c:pt idx="1">
                  <c:v>241.5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A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62A3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(15 sec): Hi, I'm Irfan. Revenue tells you who sells the most — it doesn't tell you who makes the most. I built a dbt model that answers the profit question for the Jaffle Shop, end to end: sources, tests, marts, and one finding that changes what the business should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(25 sec): My question, stated up front with success criteria: which product types generate the highest gross PROFIT — not just revenue — and how much margin is eroded by perishable supply costs? Success looks like a fact table where every order line carries revenue, cost, and margin — so each supporting question is one query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(30 sec): This is the real dbt DAG — six staging models doing 1:1 renames, one intermediate, two marts. The design decision I want to highlight is the intermediate model: supplies are many-to-one against product, so joining them directly onto order items would fan out and double-count revenue. int_supply_costs_per_sku aggregates cost to product grain first, then joins. fct_order_items — one row per item sold — carries revenue, cost, and margin, which is exactly the success criterion from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(25 sec): Every primary key has unique and not-null tests. But the tests I'd defend are the business-logic ones: testing uniqueness on the COMBINATION of supply_id and product_id — because supply_id alone isn't unique, something the standard test actually caught during development — and asserting costs can never go negative. Every model and column is documented, so someone new can follow the DAG without me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 (35 sec): Here's what the model found. Beverages earn an 80.3% gross margin; jaffles 77.7%. That gap isn't random — it's perishability. 89% of every dollar of jaffle supply cost is perishable — bread, cheese, avocado — versus 73% for beverages. So the products we're famous for are the ones most exposed to spoilage-driven cost. Revenue alone would never show you this: beverages also out-earn jaffles at $4,510 vs $2,308 in this sample, so on every axis — revenue, margin, risk — beverages are quietly the better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(20 sec): So the actionable next steps: one — renegotiate perishable jaffle supplies; that's the biggest controllable lever. Two — shift promotion toward beverages, which win on margin AND revenue. Three — the model is deliberately built to extend: the day multi-store data lands, the store-level P&amp;L is one query away. Repo's on GitHub — README, lineage, tests, and this deck.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WALKTHROUGH (discussion): For transparency, let me map this directly onto your rubric. [Walk each row top to bottom, one sentence each — the evidence column is your script.] Everything on this slide is verifiable in the repo: the README, the schema files, and the test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APPENDIX: Keep this up during questions. Each answer is one breath long. If asked 'what would you do with another day': metrics/semantic layer for governed margin definitions, snapshots on supply costs to track price changes over time, and hosted dbt docs so the lineage graph is clickable for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Tables to True Profit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dbt profitability model for the Jaffle Shop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 Aadil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github.com/itsirfan/university_workshop_starter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The Analytics Question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7F4F2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types generate the highest gross profit — not just revenue — </a:t>
            </a:r>
            <a:pPr indent="0" marL="0">
              <a:buNone/>
            </a:pPr>
            <a:r>
              <a:rPr lang="en-US" sz="20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share of margin erosion is attributable to perishable supply costs?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fct_order_items model where every line item carries revenue, supply cost, and gross margin — so each supporting question is answered with a single query.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types yield the highest gross margin %?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top-revenue products rank the same by profit?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margin gap between perishable and non-perishable supply bases?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A Model Built for the Question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dbt DAG — seeds → staging (1:1) → intermediate → marts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823960" cy="3917414"/>
          </a:xfrm>
          <a:prstGeom prst="roundRect">
            <a:avLst>
              <a:gd name="adj" fmla="val 1401"/>
            </a:avLst>
          </a:prstGeom>
          <a:solidFill>
            <a:srgbClr val="262A38"/>
          </a:solidFill>
          <a:ln w="12700">
            <a:solidFill>
              <a:srgbClr val="E5E0DC"/>
            </a:solidFill>
            <a:prstDash val="solid"/>
          </a:ln>
        </p:spPr>
      </p:sp>
      <p:pic>
        <p:nvPicPr>
          <p:cNvPr id="5" name="Image 0" descr="/home/claude/line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60220"/>
            <a:ext cx="8503920" cy="35973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64040" y="1600200"/>
            <a:ext cx="2057400" cy="3917414"/>
          </a:xfrm>
          <a:prstGeom prst="roundRect">
            <a:avLst>
              <a:gd name="adj" fmla="val 2667"/>
            </a:avLst>
          </a:prstGeom>
          <a:solidFill>
            <a:srgbClr val="FDEBE7"/>
          </a:solidFill>
          <a:ln w="12700">
            <a:solidFill>
              <a:srgbClr val="F5D5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0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fct_order_items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0" y="2194560"/>
            <a:ext cx="1783080" cy="304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item sold — carries revenue, supply cost, and gross margin. The success criterion, delivered.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5623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intermediate model matters: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maps to many supplies — joining supplies straight onto order items would fan out and double-count revenue. Aggregating cost to product grain first (int_supply_costs_per_sku) keeps every margin number honest.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Tested, Documented, Trustworthy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7F4F2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+ not_null on every primary key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staging, intermediate, and marts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 on all foreign keys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development: supply_id alone is NOT unique — it repeats per SKU.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DEBE7"/>
          </a:solidFill>
          <a:ln w="12700">
            <a:solidFill>
              <a:srgbClr val="F5D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Business-logic tests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unique_combination_of_columns on (supply_id, product_id) — encodes the true grain of supplies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expression_is_true: supply costs can never be negative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+ column carries a description — a new analyst can follow the DAG unaided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build: all models built, all tests passing ✓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The Finding: Perishables Eat the Jaffle Margin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gross margin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77.7%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jaffle gross margin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pPr indent="0" marL="0">
              <a:buNone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jaffle supply cost is perishable,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endParaRPr lang="en-US" sz="1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pPr indent="0" marL="0">
              <a:buNone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beverages.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02336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What the Business Should Do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FF69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or re-source perishable jaffle supplies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jaffle supply cost is perishable — the single biggest controllable margin lever.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FF694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menu promotion toward beverages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margin AND higher revenue: promote the winner, don't subsidise the laggard.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FF694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model: store-level P&amp;L + waste tracking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800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store has orders in this sample; the model is built to answer the store question the day multi-store data lands.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github.com/itsirfan/university_workshop_starter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README · lineage · tests · this deck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to Your Rubric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509760" y="320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6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0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80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question clarity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3440" y="13807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success criteria stated up front in README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0" y="13807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39112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93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0939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supports the question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0939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fct_order_items answers the primary question in one query; int model prevents fan-out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98480" y="20939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752344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07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807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readability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2807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schema.yml in every layer; model + column descriptions; grain notes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0" y="2807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465576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20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testing (2+, incl. PK)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63440" y="3520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+ not_null on every PK across all layers; FK not_null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98480" y="3520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178808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336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233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test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63440" y="42336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unique_combination (supply_id, product_id) encodes true grain; costs ≥ 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0" y="423367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469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4946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with evidence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63440" y="49469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vs 73% perishable exposure explains the 2.5-pt margin gap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698480" y="49469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605272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6601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56601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step(s)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663440" y="56601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perishable jaffle supplies; re-run by store_id when data lands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698480" y="56601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— Design Decisions I'll Defend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_sources.yml?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tables are dbt seeds — seeds are referenced with ref(); source() is for data loaded outside dbt. Grain + PK tests live on staging instead.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intermediate model?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SKU-grain cost aggregation is needed by both marts. Isolating it handles fan-out risk in exactly one place — guarded by a uniqueness test.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are the margins?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validated independently against the raw seeds. Caveat: cost here excludes batch-level waste — real spoilage would make jaffles look worse, so the insight is conservative.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store only?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openly in the README. The model is built so the store-level cut runs the day multi-store data exists.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2026-07-10T14:31:30Z</dcterms:created>
  <dcterms:modified xsi:type="dcterms:W3CDTF">2026-07-10T14:31:30Z</dcterms:modified>
</cp:coreProperties>
</file>